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172" autoAdjust="0"/>
  </p:normalViewPr>
  <p:slideViewPr>
    <p:cSldViewPr snapToGrid="0">
      <p:cViewPr varScale="1">
        <p:scale>
          <a:sx n="70" d="100"/>
          <a:sy n="70" d="100"/>
        </p:scale>
        <p:origin x="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67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4851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12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43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1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3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51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0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4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39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3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94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301264"/>
            <a:ext cx="10058400" cy="456783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C568AF9E-45F6-4409-AEF3-0E98FE5F7E68}" type="datetimeFigureOut">
              <a:rPr lang="en-US" smtClean="0"/>
              <a:t>2021-02-04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FC1972D-59E8-453C-BB78-FDF2D0A9C2C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081454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07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5C20-B578-48B9-B404-E13B43987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Stereognosis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67FA7-F2D7-4117-AB20-BCBFC8AEC3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Anton Sobinov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F6878-2F6C-4CB8-AA4A-A622EC55CFCF}"/>
              </a:ext>
            </a:extLst>
          </p:cNvPr>
          <p:cNvSpPr txBox="1"/>
          <p:nvPr/>
        </p:nvSpPr>
        <p:spPr>
          <a:xfrm>
            <a:off x="4308651" y="6294664"/>
            <a:ext cx="357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Uchicago</a:t>
            </a:r>
            <a:r>
              <a:rPr lang="en-US" dirty="0"/>
              <a:t> </a:t>
            </a:r>
            <a:r>
              <a:rPr lang="en-US" dirty="0" err="1"/>
              <a:t>Bensmaia</a:t>
            </a:r>
            <a:r>
              <a:rPr lang="en-US" dirty="0"/>
              <a:t> Lab, 2021-02-04</a:t>
            </a:r>
          </a:p>
        </p:txBody>
      </p:sp>
    </p:spTree>
    <p:extLst>
      <p:ext uri="{BB962C8B-B14F-4D97-AF65-F5344CB8AC3E}">
        <p14:creationId xmlns:p14="http://schemas.microsoft.com/office/powerpoint/2010/main" val="109244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5ABB-5988-405E-A99C-8EB9F861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B8642-CC2A-4646-AAA7-6FD67BA82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Preparation</a:t>
            </a:r>
          </a:p>
          <a:p>
            <a:pPr lvl="1"/>
            <a:r>
              <a:rPr lang="en-US" dirty="0"/>
              <a:t>Session file generation</a:t>
            </a:r>
          </a:p>
          <a:p>
            <a:pPr lvl="1"/>
            <a:r>
              <a:rPr lang="en-US" dirty="0"/>
              <a:t>Program initiation</a:t>
            </a:r>
          </a:p>
          <a:p>
            <a:r>
              <a:rPr lang="en-US" dirty="0"/>
              <a:t>Running</a:t>
            </a:r>
          </a:p>
          <a:p>
            <a:pPr lvl="1"/>
            <a:r>
              <a:rPr lang="en-US" dirty="0"/>
              <a:t>Trial loop</a:t>
            </a:r>
          </a:p>
          <a:p>
            <a:r>
              <a:rPr lang="en-US" dirty="0"/>
              <a:t>Wrap-up</a:t>
            </a:r>
          </a:p>
          <a:p>
            <a:pPr lvl="1"/>
            <a:r>
              <a:rPr lang="en-US" dirty="0"/>
              <a:t>Data export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51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895D-38A0-4234-990C-DFFAC8C2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of session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BDE60-B634-4FB1-B2C5-2F372EFD7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Generates a list of object positions for the session.</a:t>
            </a:r>
          </a:p>
          <a:p>
            <a:r>
              <a:rPr lang="en-US" dirty="0"/>
              <a:t>Located in App\</a:t>
            </a:r>
            <a:r>
              <a:rPr lang="en-US" dirty="0" err="1"/>
              <a:t>session_configs</a:t>
            </a:r>
            <a:endParaRPr lang="en-US" dirty="0"/>
          </a:p>
          <a:p>
            <a:pPr lvl="1"/>
            <a:r>
              <a:rPr lang="en-US" dirty="0"/>
              <a:t>*_session_config.xml – defines what is varied</a:t>
            </a:r>
          </a:p>
          <a:p>
            <a:pPr lvl="1"/>
            <a:r>
              <a:rPr lang="en-US" dirty="0"/>
              <a:t>generate_session.bat – useful script for generation</a:t>
            </a:r>
          </a:p>
          <a:p>
            <a:pPr lvl="1"/>
            <a:r>
              <a:rPr lang="en-US" dirty="0"/>
              <a:t>3D_session_2021.01.28_17.32.36.csv – example session file</a:t>
            </a:r>
          </a:p>
        </p:txBody>
      </p:sp>
    </p:spTree>
    <p:extLst>
      <p:ext uri="{BB962C8B-B14F-4D97-AF65-F5344CB8AC3E}">
        <p14:creationId xmlns:p14="http://schemas.microsoft.com/office/powerpoint/2010/main" val="336021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60CE-7252-4ED0-8AF1-E7342226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initialization – cameras – PC2 &amp; PC3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279CE-A90A-4B41-8F6C-422A287DE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962" y="1371600"/>
            <a:ext cx="6696075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E11FD1-0A8A-401B-97E7-76740E7DACAA}"/>
              </a:ext>
            </a:extLst>
          </p:cNvPr>
          <p:cNvSpPr txBox="1"/>
          <p:nvPr/>
        </p:nvSpPr>
        <p:spPr>
          <a:xfrm>
            <a:off x="1648525" y="202886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66D3058-EAA3-4E96-9A86-A0CD81AB9F35}"/>
              </a:ext>
            </a:extLst>
          </p:cNvPr>
          <p:cNvSpPr/>
          <p:nvPr/>
        </p:nvSpPr>
        <p:spPr>
          <a:xfrm>
            <a:off x="1988683" y="2102773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8C0BB-3A80-4C4A-9871-C146E5544ED9}"/>
              </a:ext>
            </a:extLst>
          </p:cNvPr>
          <p:cNvSpPr txBox="1"/>
          <p:nvPr/>
        </p:nvSpPr>
        <p:spPr>
          <a:xfrm>
            <a:off x="4778299" y="610973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7286E0A-0205-4681-BB7D-7117DFE1B282}"/>
              </a:ext>
            </a:extLst>
          </p:cNvPr>
          <p:cNvSpPr/>
          <p:nvPr/>
        </p:nvSpPr>
        <p:spPr>
          <a:xfrm rot="16200000">
            <a:off x="4581889" y="5619618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6A988-C5BF-4701-BF4E-D63F1373F669}"/>
              </a:ext>
            </a:extLst>
          </p:cNvPr>
          <p:cNvSpPr txBox="1"/>
          <p:nvPr/>
        </p:nvSpPr>
        <p:spPr>
          <a:xfrm>
            <a:off x="10165760" y="277726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D872D84-8312-4D5F-A146-CB0815BC3518}"/>
              </a:ext>
            </a:extLst>
          </p:cNvPr>
          <p:cNvSpPr/>
          <p:nvPr/>
        </p:nvSpPr>
        <p:spPr>
          <a:xfrm rot="10800000">
            <a:off x="9358311" y="2851166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9D98009-648D-4153-BAD5-464D832DC7C9}"/>
              </a:ext>
            </a:extLst>
          </p:cNvPr>
          <p:cNvSpPr/>
          <p:nvPr/>
        </p:nvSpPr>
        <p:spPr>
          <a:xfrm rot="10800000">
            <a:off x="9444037" y="1928287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C9EAC-62B4-4032-851E-69F4E65F5A83}"/>
              </a:ext>
            </a:extLst>
          </p:cNvPr>
          <p:cNvSpPr txBox="1"/>
          <p:nvPr/>
        </p:nvSpPr>
        <p:spPr>
          <a:xfrm>
            <a:off x="10165760" y="1678704"/>
            <a:ext cx="1904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automatically</a:t>
            </a:r>
          </a:p>
          <a:p>
            <a:r>
              <a:rPr lang="en-US" sz="2400" dirty="0"/>
              <a:t>detected</a:t>
            </a:r>
          </a:p>
        </p:txBody>
      </p:sp>
    </p:spTree>
    <p:extLst>
      <p:ext uri="{BB962C8B-B14F-4D97-AF65-F5344CB8AC3E}">
        <p14:creationId xmlns:p14="http://schemas.microsoft.com/office/powerpoint/2010/main" val="341656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F58C-0B5A-4FCE-B1A7-5897CA0D4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initialization – pressure sensors – PC1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20979-27B7-47E2-94A2-DCD7566F5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79928A-65E8-4F54-9C7B-CB9086CF0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2" y="1151844"/>
            <a:ext cx="11868150" cy="5648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0F93E9-FB40-4368-A0DB-B0A7F87AC9E1}"/>
              </a:ext>
            </a:extLst>
          </p:cNvPr>
          <p:cNvSpPr txBox="1"/>
          <p:nvPr/>
        </p:nvSpPr>
        <p:spPr>
          <a:xfrm>
            <a:off x="2905825" y="178394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ED27D99-65C6-4B4C-9A02-C6E312825EF1}"/>
              </a:ext>
            </a:extLst>
          </p:cNvPr>
          <p:cNvSpPr/>
          <p:nvPr/>
        </p:nvSpPr>
        <p:spPr>
          <a:xfrm rot="11700000">
            <a:off x="2118866" y="1657041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0F63F-955F-4CC9-951F-43D6FB9B2DFF}"/>
              </a:ext>
            </a:extLst>
          </p:cNvPr>
          <p:cNvSpPr txBox="1"/>
          <p:nvPr/>
        </p:nvSpPr>
        <p:spPr>
          <a:xfrm>
            <a:off x="8946019" y="21717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E1F35CB-FF5C-49EE-891A-C4CDBCEB50BD}"/>
              </a:ext>
            </a:extLst>
          </p:cNvPr>
          <p:cNvSpPr/>
          <p:nvPr/>
        </p:nvSpPr>
        <p:spPr>
          <a:xfrm>
            <a:off x="9398818" y="2245605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6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C40E-B194-4648-BA5E-EC509F3AE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initialization – main protocol – PC1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715B2-97CD-4C15-825F-86ED0467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567" y="1301264"/>
            <a:ext cx="9267825" cy="5105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69EF5F-364D-4F90-89C4-0871A8176C6E}"/>
              </a:ext>
            </a:extLst>
          </p:cNvPr>
          <p:cNvSpPr txBox="1"/>
          <p:nvPr/>
        </p:nvSpPr>
        <p:spPr>
          <a:xfrm>
            <a:off x="393130" y="238809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4DFA54E-89ED-487B-BCA1-2479B3E28B08}"/>
              </a:ext>
            </a:extLst>
          </p:cNvPr>
          <p:cNvSpPr/>
          <p:nvPr/>
        </p:nvSpPr>
        <p:spPr>
          <a:xfrm>
            <a:off x="733288" y="2462001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276A0-4751-42FA-8BB4-165F2C7E50D9}"/>
              </a:ext>
            </a:extLst>
          </p:cNvPr>
          <p:cNvSpPr txBox="1"/>
          <p:nvPr/>
        </p:nvSpPr>
        <p:spPr>
          <a:xfrm>
            <a:off x="-24095" y="1257877"/>
            <a:ext cx="1714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move tilt stopper, run and move the stopper away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1D2DAE5-F8FF-4917-8847-9B99A94FD144}"/>
              </a:ext>
            </a:extLst>
          </p:cNvPr>
          <p:cNvSpPr/>
          <p:nvPr/>
        </p:nvSpPr>
        <p:spPr>
          <a:xfrm>
            <a:off x="903367" y="1926432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26FE8-AC7D-4D2F-AC58-F6F352ABA148}"/>
              </a:ext>
            </a:extLst>
          </p:cNvPr>
          <p:cNvSpPr txBox="1"/>
          <p:nvPr/>
        </p:nvSpPr>
        <p:spPr>
          <a:xfrm>
            <a:off x="491496" y="18537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1CAAE-4C28-4C47-9478-FE90C8256E5B}"/>
              </a:ext>
            </a:extLst>
          </p:cNvPr>
          <p:cNvSpPr txBox="1"/>
          <p:nvPr/>
        </p:nvSpPr>
        <p:spPr>
          <a:xfrm>
            <a:off x="7618523" y="102704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B4CA8C1-F699-4F63-ADD5-E481F98DE4EF}"/>
              </a:ext>
            </a:extLst>
          </p:cNvPr>
          <p:cNvSpPr/>
          <p:nvPr/>
        </p:nvSpPr>
        <p:spPr>
          <a:xfrm rot="9000000">
            <a:off x="6720450" y="1406523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C4E2592-9254-4297-ABBD-991EAFE1C621}"/>
              </a:ext>
            </a:extLst>
          </p:cNvPr>
          <p:cNvSpPr/>
          <p:nvPr/>
        </p:nvSpPr>
        <p:spPr>
          <a:xfrm rot="1800000">
            <a:off x="8097475" y="1371058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753D4BE-FC17-4155-8335-36CFF2661F65}"/>
              </a:ext>
            </a:extLst>
          </p:cNvPr>
          <p:cNvSpPr/>
          <p:nvPr/>
        </p:nvSpPr>
        <p:spPr>
          <a:xfrm rot="5400000">
            <a:off x="7570921" y="1465950"/>
            <a:ext cx="461663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A1404D-DC3B-4EE0-8F18-D43B4D439A26}"/>
              </a:ext>
            </a:extLst>
          </p:cNvPr>
          <p:cNvSpPr txBox="1"/>
          <p:nvPr/>
        </p:nvSpPr>
        <p:spPr>
          <a:xfrm>
            <a:off x="563209" y="575691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8A25A03-4AFD-4D1A-8148-0A63ED86A4FE}"/>
              </a:ext>
            </a:extLst>
          </p:cNvPr>
          <p:cNvSpPr/>
          <p:nvPr/>
        </p:nvSpPr>
        <p:spPr>
          <a:xfrm>
            <a:off x="903367" y="5830820"/>
            <a:ext cx="759279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4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22D4-98B9-4DC9-898E-6E2269D0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initialization – </a:t>
            </a:r>
            <a:r>
              <a:rPr lang="en-US" dirty="0" err="1"/>
              <a:t>ephys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B0D25-D674-48E0-BED2-E6620C46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Lisa &amp; Charles</a:t>
            </a:r>
          </a:p>
        </p:txBody>
      </p:sp>
    </p:spTree>
    <p:extLst>
      <p:ext uri="{BB962C8B-B14F-4D97-AF65-F5344CB8AC3E}">
        <p14:creationId xmlns:p14="http://schemas.microsoft.com/office/powerpoint/2010/main" val="1519415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6A4D-8300-49DA-8514-F8011A7B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loop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50026-EAF3-4BFF-AF63-BEA14BE83CC6}"/>
              </a:ext>
            </a:extLst>
          </p:cNvPr>
          <p:cNvSpPr txBox="1"/>
          <p:nvPr/>
        </p:nvSpPr>
        <p:spPr>
          <a:xfrm>
            <a:off x="1097280" y="1918608"/>
            <a:ext cx="1526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Load next trial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0120D-09B7-4743-8A8D-F3DB97679AA3}"/>
              </a:ext>
            </a:extLst>
          </p:cNvPr>
          <p:cNvSpPr txBox="1"/>
          <p:nvPr/>
        </p:nvSpPr>
        <p:spPr>
          <a:xfrm>
            <a:off x="1544549" y="1200150"/>
            <a:ext cx="63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F2D207-1FF3-40AF-95A6-FC2DF636AFB5}"/>
              </a:ext>
            </a:extLst>
          </p:cNvPr>
          <p:cNvSpPr txBox="1"/>
          <p:nvPr/>
        </p:nvSpPr>
        <p:spPr>
          <a:xfrm>
            <a:off x="148108" y="2619565"/>
            <a:ext cx="34251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Wait until:</a:t>
            </a:r>
          </a:p>
          <a:p>
            <a:r>
              <a:rPr lang="en-US" dirty="0"/>
              <a:t>	monkey released sensors</a:t>
            </a:r>
          </a:p>
          <a:p>
            <a:r>
              <a:rPr lang="en-US" dirty="0"/>
              <a:t>	both light sensors covered</a:t>
            </a:r>
          </a:p>
          <a:p>
            <a:r>
              <a:rPr lang="en-US" dirty="0"/>
              <a:t>	Start Trial is pressed OR </a:t>
            </a:r>
          </a:p>
          <a:p>
            <a:r>
              <a:rPr lang="en-US" dirty="0"/>
              <a:t>	loop is on and timeout occurs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5F9E2-8B83-4A6F-9BB7-74DA3B19D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135"/>
          <a:stretch/>
        </p:blipFill>
        <p:spPr>
          <a:xfrm>
            <a:off x="8464792" y="1206905"/>
            <a:ext cx="3601947" cy="510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A39736-AD3C-4EBB-958B-682E43292A5C}"/>
              </a:ext>
            </a:extLst>
          </p:cNvPr>
          <p:cNvSpPr txBox="1"/>
          <p:nvPr/>
        </p:nvSpPr>
        <p:spPr>
          <a:xfrm>
            <a:off x="918928" y="4428519"/>
            <a:ext cx="188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Check if trial # or </a:t>
            </a:r>
          </a:p>
          <a:p>
            <a:pPr algn="ctr"/>
            <a:r>
              <a:rPr lang="en-US" dirty="0"/>
              <a:t>positions changed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82A2D-3AB7-492E-8A54-18165F6946CA}"/>
              </a:ext>
            </a:extLst>
          </p:cNvPr>
          <p:cNvSpPr txBox="1"/>
          <p:nvPr/>
        </p:nvSpPr>
        <p:spPr>
          <a:xfrm>
            <a:off x="657702" y="5388975"/>
            <a:ext cx="24059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Start moving motors</a:t>
            </a:r>
          </a:p>
          <a:p>
            <a:pPr algn="ctr"/>
            <a:r>
              <a:rPr lang="en-US" dirty="0"/>
              <a:t>(break if arm lifts off or </a:t>
            </a:r>
          </a:p>
          <a:p>
            <a:pPr algn="ctr"/>
            <a:r>
              <a:rPr lang="en-US" dirty="0"/>
              <a:t>sensors feel pressure)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5D295-9DDD-4686-ABB8-29A56D6CC6DA}"/>
              </a:ext>
            </a:extLst>
          </p:cNvPr>
          <p:cNvSpPr txBox="1"/>
          <p:nvPr/>
        </p:nvSpPr>
        <p:spPr>
          <a:xfrm>
            <a:off x="4658038" y="1910445"/>
            <a:ext cx="284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When in position	signal BEEP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3111B6-DFB6-4EEB-9704-B8101D08CF74}"/>
              </a:ext>
            </a:extLst>
          </p:cNvPr>
          <p:cNvSpPr txBox="1"/>
          <p:nvPr/>
        </p:nvSpPr>
        <p:spPr>
          <a:xfrm>
            <a:off x="4540531" y="2711898"/>
            <a:ext cx="3076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When light sensors uncovered, start recording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0654F-3ECA-46A2-AA94-5921283F8DCA}"/>
              </a:ext>
            </a:extLst>
          </p:cNvPr>
          <p:cNvSpPr txBox="1"/>
          <p:nvPr/>
        </p:nvSpPr>
        <p:spPr>
          <a:xfrm>
            <a:off x="3887218" y="3551355"/>
            <a:ext cx="4483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Wait until:</a:t>
            </a:r>
          </a:p>
          <a:p>
            <a:r>
              <a:rPr lang="en-US" dirty="0"/>
              <a:t>monkey exerts enough pressure over time</a:t>
            </a:r>
          </a:p>
          <a:p>
            <a:r>
              <a:rPr lang="en-US" dirty="0"/>
              <a:t>timeout</a:t>
            </a:r>
          </a:p>
          <a:p>
            <a:r>
              <a:rPr lang="en-US" dirty="0"/>
              <a:t>stop Trial or Stop Protocol – will stop looping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B06C2D-4AA7-4906-AF43-B6EBB5A760A9}"/>
              </a:ext>
            </a:extLst>
          </p:cNvPr>
          <p:cNvSpPr txBox="1"/>
          <p:nvPr/>
        </p:nvSpPr>
        <p:spPr>
          <a:xfrm>
            <a:off x="4489166" y="5055186"/>
            <a:ext cx="3175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Retreat and then stop recording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D95B3C-95BD-4800-A1BA-FB8993F065EB}"/>
              </a:ext>
            </a:extLst>
          </p:cNvPr>
          <p:cNvSpPr txBox="1"/>
          <p:nvPr/>
        </p:nvSpPr>
        <p:spPr>
          <a:xfrm>
            <a:off x="4105391" y="5839323"/>
            <a:ext cx="3981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 and wait for cameras to finish saving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FD5C4A4-52DB-4AD1-942E-D1EBFF59C52F}"/>
              </a:ext>
            </a:extLst>
          </p:cNvPr>
          <p:cNvSpPr/>
          <p:nvPr/>
        </p:nvSpPr>
        <p:spPr>
          <a:xfrm rot="5400000">
            <a:off x="1694916" y="1612639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FCEF80C-9C77-4BCE-A1C2-5A07D06CEF14}"/>
              </a:ext>
            </a:extLst>
          </p:cNvPr>
          <p:cNvSpPr/>
          <p:nvPr/>
        </p:nvSpPr>
        <p:spPr>
          <a:xfrm rot="5400000">
            <a:off x="1694916" y="2305576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5817B0C-F460-423E-8473-13DE04022D0F}"/>
              </a:ext>
            </a:extLst>
          </p:cNvPr>
          <p:cNvSpPr/>
          <p:nvPr/>
        </p:nvSpPr>
        <p:spPr>
          <a:xfrm rot="5400000">
            <a:off x="1694916" y="4142462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4CDE169-7D6A-4478-8117-D65F0D34BC34}"/>
              </a:ext>
            </a:extLst>
          </p:cNvPr>
          <p:cNvSpPr/>
          <p:nvPr/>
        </p:nvSpPr>
        <p:spPr>
          <a:xfrm rot="5400000">
            <a:off x="1677822" y="5091169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4069279-D573-492A-B66A-8642D4DE2104}"/>
              </a:ext>
            </a:extLst>
          </p:cNvPr>
          <p:cNvSpPr/>
          <p:nvPr/>
        </p:nvSpPr>
        <p:spPr>
          <a:xfrm rot="5400000">
            <a:off x="1677822" y="6328624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FDFB4D1-3382-4013-84FE-CDAAE711B181}"/>
              </a:ext>
            </a:extLst>
          </p:cNvPr>
          <p:cNvSpPr/>
          <p:nvPr/>
        </p:nvSpPr>
        <p:spPr>
          <a:xfrm rot="5400000">
            <a:off x="5955122" y="1563656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9DB664B-5954-4453-9866-7C898A33C4BA}"/>
              </a:ext>
            </a:extLst>
          </p:cNvPr>
          <p:cNvSpPr/>
          <p:nvPr/>
        </p:nvSpPr>
        <p:spPr>
          <a:xfrm rot="5400000">
            <a:off x="5947594" y="2393709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251A34A-BF91-42E6-B245-84DE22E5184B}"/>
              </a:ext>
            </a:extLst>
          </p:cNvPr>
          <p:cNvSpPr/>
          <p:nvPr/>
        </p:nvSpPr>
        <p:spPr>
          <a:xfrm rot="5400000">
            <a:off x="5955122" y="3300819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2F14CDE-FD6F-41B2-9905-9F55BB2D64CF}"/>
              </a:ext>
            </a:extLst>
          </p:cNvPr>
          <p:cNvSpPr/>
          <p:nvPr/>
        </p:nvSpPr>
        <p:spPr>
          <a:xfrm rot="5400000">
            <a:off x="5955122" y="4802158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D547231-DCAE-482A-AA44-C613154D5E7A}"/>
              </a:ext>
            </a:extLst>
          </p:cNvPr>
          <p:cNvSpPr/>
          <p:nvPr/>
        </p:nvSpPr>
        <p:spPr>
          <a:xfrm rot="5400000">
            <a:off x="5955122" y="5552834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6786967-9A23-44EC-8AE9-B75C476A7821}"/>
              </a:ext>
            </a:extLst>
          </p:cNvPr>
          <p:cNvSpPr/>
          <p:nvPr/>
        </p:nvSpPr>
        <p:spPr>
          <a:xfrm rot="5400000">
            <a:off x="5971808" y="6215120"/>
            <a:ext cx="281756" cy="31385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30E8FD-1809-4062-908A-B2553A1BE9FA}"/>
              </a:ext>
            </a:extLst>
          </p:cNvPr>
          <p:cNvSpPr txBox="1"/>
          <p:nvPr/>
        </p:nvSpPr>
        <p:spPr>
          <a:xfrm>
            <a:off x="5674121" y="6512157"/>
            <a:ext cx="843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2395951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ABFD-D399-4B72-8B12-4E1050B4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4F1A6-83B3-442D-8AAC-BFF65F12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session_&lt;CURRENT_DATETIME&gt;_from_&lt;SESSION_FILENAME&gt;.csv</a:t>
            </a:r>
          </a:p>
          <a:p>
            <a:r>
              <a:rPr lang="en-US" sz="2000" dirty="0"/>
              <a:t>E.G.: session_ 2021_02_04_12_07_12_from_3D_session_2021.01.28_17.32.36.csv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3D426A-65EA-42BA-B719-6950EDB8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4628"/>
            <a:ext cx="12192000" cy="30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3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3B63B-C986-4ADD-889A-187545FE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B0640-03E9-4B38-94A3-7336A186A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Timestamps will be different</a:t>
            </a:r>
          </a:p>
          <a:p>
            <a:endParaRPr lang="en-US" dirty="0"/>
          </a:p>
          <a:p>
            <a:r>
              <a:rPr lang="en-US" dirty="0"/>
              <a:t>PC2 and PC3:</a:t>
            </a:r>
          </a:p>
          <a:p>
            <a:pPr lvl="1"/>
            <a:r>
              <a:rPr lang="en-US" dirty="0"/>
              <a:t>D:/camera_data/experiment_&lt;DATE&gt; - images</a:t>
            </a:r>
          </a:p>
          <a:p>
            <a:r>
              <a:rPr lang="en-US" dirty="0"/>
              <a:t>PC1:</a:t>
            </a:r>
          </a:p>
          <a:p>
            <a:pPr lvl="1"/>
            <a:r>
              <a:rPr lang="en-US" dirty="0"/>
              <a:t>C:/tekscan_data/experiment_&lt;DATE&gt; - pressure sensors</a:t>
            </a:r>
          </a:p>
          <a:p>
            <a:pPr lvl="1"/>
            <a:r>
              <a:rPr lang="en-US" dirty="0"/>
              <a:t>App/data/Protocol_&lt;DATE&gt; and session_&lt;DATE&gt; - logs.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19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BCF6B-4276-410F-9331-2598FE0B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F0F0-241A-4A2F-BA4E-74D7208C7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USB3 shows color of the cord.</a:t>
            </a:r>
          </a:p>
          <a:p>
            <a:r>
              <a:rPr lang="en-US" dirty="0"/>
              <a:t>Log global events on each sensor internal timeline?</a:t>
            </a:r>
          </a:p>
          <a:p>
            <a:r>
              <a:rPr lang="en-US" dirty="0"/>
              <a:t>Check USB3 on </a:t>
            </a:r>
            <a:r>
              <a:rPr lang="en-US" dirty="0" err="1"/>
              <a:t>init</a:t>
            </a:r>
            <a:r>
              <a:rPr lang="en-US" dirty="0"/>
              <a:t> system.</a:t>
            </a:r>
          </a:p>
          <a:p>
            <a:r>
              <a:rPr lang="en-US" dirty="0"/>
              <a:t>Increase rate of pressure sensor recording</a:t>
            </a:r>
          </a:p>
          <a:p>
            <a:r>
              <a:rPr lang="en-US" dirty="0"/>
              <a:t>Expose light sensor parameters</a:t>
            </a:r>
          </a:p>
          <a:p>
            <a:r>
              <a:rPr lang="en-US" dirty="0"/>
              <a:t>Increase maximum recording times for sensors</a:t>
            </a:r>
          </a:p>
          <a:p>
            <a:r>
              <a:rPr lang="en-US" dirty="0"/>
              <a:t>Checkbox to use or not use the light sensors in control</a:t>
            </a:r>
          </a:p>
          <a:p>
            <a:r>
              <a:rPr lang="en-US" dirty="0"/>
              <a:t>Log of the time when M. pressed on the object for the first time</a:t>
            </a:r>
          </a:p>
        </p:txBody>
      </p:sp>
    </p:spTree>
    <p:extLst>
      <p:ext uri="{BB962C8B-B14F-4D97-AF65-F5344CB8AC3E}">
        <p14:creationId xmlns:p14="http://schemas.microsoft.com/office/powerpoint/2010/main" val="136308370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93CC2880-9FCA-40D3-8282-785345DB6B79}" vid="{26190225-12D9-4DF2-B3D9-B934435A338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385</TotalTime>
  <Words>376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Theme2</vt:lpstr>
      <vt:lpstr>Stereognosis protocol</vt:lpstr>
      <vt:lpstr>Experimental sequence</vt:lpstr>
      <vt:lpstr>Generation of session file</vt:lpstr>
      <vt:lpstr>Program initialization – cameras – PC2 &amp; PC3</vt:lpstr>
      <vt:lpstr>Program initialization – pressure sensors – PC1</vt:lpstr>
      <vt:lpstr>Program initialization – main protocol – PC1</vt:lpstr>
      <vt:lpstr>Program initialization – ephys </vt:lpstr>
      <vt:lpstr>Trial loop</vt:lpstr>
      <vt:lpstr>Session log</vt:lpstr>
      <vt:lpstr>Data export</vt:lpstr>
      <vt:lpstr>Future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Stereognosis protocol</dc:title>
  <dc:creator>Anton</dc:creator>
  <cp:lastModifiedBy>Anton</cp:lastModifiedBy>
  <cp:revision>19</cp:revision>
  <dcterms:created xsi:type="dcterms:W3CDTF">2021-02-04T16:22:43Z</dcterms:created>
  <dcterms:modified xsi:type="dcterms:W3CDTF">2021-02-04T22:48:01Z</dcterms:modified>
</cp:coreProperties>
</file>